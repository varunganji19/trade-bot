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8a0407eef4e51" /><Relationship Type="http://schemas.openxmlformats.org/officeDocument/2006/relationships/extended-properties" Target="/docProps/app.xml" Id="R3b1e1e6839bd4398" /><Relationship Type="http://schemas.openxmlformats.org/officeDocument/2006/relationships/officeDocument" Target="/ppt/presentation.xml" Id="R7d56b1acf6ee4a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5057e0882d4a7b"/>
  </p:sldMasterIdLst>
  <p:notesMasterIdLst>
    <p:notesMasterId xmlns:r="http://schemas.openxmlformats.org/officeDocument/2006/relationships" r:id="R51287c4de70c46b5"/>
  </p:notesMasterIdLst>
  <p:sldIdLst>
    <p:sldId xmlns:r="http://schemas.openxmlformats.org/officeDocument/2006/relationships" id="256" r:id="Re03203afcbfc49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449e0040144447" /><Relationship Type="http://schemas.openxmlformats.org/officeDocument/2006/relationships/slideMaster" Target="/ppt/slideMasters/slideMaster1.xml" Id="R735057e0882d4a7b" /><Relationship Type="http://schemas.openxmlformats.org/officeDocument/2006/relationships/notesMaster" Target="/ppt/notesMasters/notesMaster1.xml" Id="R51287c4de70c46b5" /><Relationship Type="http://schemas.openxmlformats.org/officeDocument/2006/relationships/presProps" Target="/ppt/presProps.xml" Id="Rb94ad2e7aff04fe9" /><Relationship Type="http://schemas.openxmlformats.org/officeDocument/2006/relationships/tableStyles" Target="/ppt/tableStyles.xml" Id="R4fea4ec54a9f45a6" /><Relationship Type="http://schemas.openxmlformats.org/officeDocument/2006/relationships/slide" Target="/ppt/slides/slide1.xml" Id="Re03203afcbfc49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17e7bfc86942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c904d84bd442b1" /><Relationship Type="http://schemas.openxmlformats.org/officeDocument/2006/relationships/notesMaster" Target="/ppt/notesMasters/notesMaster1.xml" Id="R8b05e48187f84a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template, not a confirmed team roster. Replace placeholders with verified contributions and relevant experience. Open advisor roles are suggestions for the execution and distribution gaps, not appointments. Source context: docs/ROADMAP.md (mentor M3, VC V5); CONTRIBUTING.md. Preserve honest AI-assistance attribution. No market, traction, employment or biographical claims are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56bc12d2f4c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d47b63b4149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5153920b040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8959bc08b4d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d98cee51c4a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70d635b41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C5B1E3-6C99-4632-BD6B-26F7C4D65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4C022C-6336-495F-ACDF-1B482FA3A3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64E2C6-E29B-4360-9658-F531DDF21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F675A4-85B0-45B4-B6B4-52FF84C1F2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6A788F-009B-4D82-8B37-B16B8CC78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2F1A8D-B673-4106-8120-5D4FB182C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4E5CB4-816D-42D1-9894-882A092B21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BF563A-2D8E-4733-968E-B191F7EE40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8BA86A-F352-45B5-B950-79AF3FFA0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5B2E14-5A7F-4140-9C68-B2C0AB1EDB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7339dc04e429d" /><Relationship Type="http://schemas.openxmlformats.org/officeDocument/2006/relationships/slideLayout" Target="/ppt/slideLayouts/slideLayout1.xml" Id="R71f0fbd6030b4a1d" /><Relationship Type="http://schemas.openxmlformats.org/officeDocument/2006/relationships/slideLayout" Target="/ppt/slideLayouts/slideLayout2.xml" Id="R442a4f73085b42ee" /><Relationship Type="http://schemas.openxmlformats.org/officeDocument/2006/relationships/slideLayout" Target="/ppt/slideLayouts/slideLayout3.xml" Id="Ra8176ff574e444dc" /><Relationship Type="http://schemas.openxmlformats.org/officeDocument/2006/relationships/slideLayout" Target="/ppt/slideLayouts/slideLayout4.xml" Id="Rd1f2d97e3ce448ff" /><Relationship Type="http://schemas.openxmlformats.org/officeDocument/2006/relationships/slideLayout" Target="/ppt/slideLayouts/slideLayout5.xml" Id="R671480a9e95b4e8d" /><Relationship Type="http://schemas.openxmlformats.org/officeDocument/2006/relationships/slideLayout" Target="/ppt/slideLayouts/slideLayout6.xml" Id="R6e180951afc04a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f0fbd6030b4a1d"/>
    <p:sldLayoutId xmlns:r="http://schemas.openxmlformats.org/officeDocument/2006/relationships" id="2147483650" r:id="R442a4f73085b42ee"/>
    <p:sldLayoutId xmlns:r="http://schemas.openxmlformats.org/officeDocument/2006/relationships" id="2147483651" r:id="Ra8176ff574e444dc"/>
    <p:sldLayoutId xmlns:r="http://schemas.openxmlformats.org/officeDocument/2006/relationships" id="2147483652" r:id="Rd1f2d97e3ce448ff"/>
    <p:sldLayoutId xmlns:r="http://schemas.openxmlformats.org/officeDocument/2006/relationships" id="2147483653" r:id="R671480a9e95b4e8d"/>
    <p:sldLayoutId xmlns:r="http://schemas.openxmlformats.org/officeDocument/2006/relationships" id="2147483654" r:id="R6e180951afc04a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98f1f118e4368" /><Relationship Type="http://schemas.openxmlformats.org/officeDocument/2006/relationships/notesSlide" Target="/ppt/notesSlides/notesSlide1.xml" Id="R4762b45c272646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D73A868C-BC35-48AE-882E-98FA3464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The builder. The gaps. The ask.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BF55FC-E2C6-4CE8-A498-270F56A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rPr>
              <a:t>Algo · Team &amp; advisors</a:t>
            </a:r>
          </a:p>
        </p:txBody>
      </p:sp>
      <p:sp>
        <p:nvSpPr>
          <p:cNvPr id="3" name="Builder role">
            <a:extLst xmlns:a="http://schemas.openxmlformats.org/drawingml/2006/main">
              <a:ext uri="{FF2B5EF4-FFF2-40B4-BE49-F238E27FC236}">
                <a16:creationId xmlns:a16="http://schemas.microsoft.com/office/drawing/2014/main" id="{86B11F58-F2CE-462C-9BEB-26609AC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rPr>
              <a:t>BUILDER</a:t>
            </a:r>
          </a:p>
        </p:txBody>
      </p:sp>
      <p:sp>
        <p:nvSpPr>
          <p:cNvPr id="4" name="Builder name">
            <a:extLst xmlns:a="http://schemas.openxmlformats.org/drawingml/2006/main">
              <a:ext uri="{FF2B5EF4-FFF2-40B4-BE49-F238E27FC236}">
                <a16:creationId xmlns:a16="http://schemas.microsoft.com/office/drawing/2014/main" id="{067EA0CB-AA1F-4B17-BC99-6335B261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[Your name]</a:t>
            </a:r>
          </a:p>
        </p:txBody>
      </p:sp>
      <p:sp>
        <p:nvSpPr>
          <p:cNvPr id="5" name="Builder evidence">
            <a:extLst xmlns:a="http://schemas.openxmlformats.org/drawingml/2006/main">
              <a:ext uri="{FF2B5EF4-FFF2-40B4-BE49-F238E27FC236}">
                <a16:creationId xmlns:a16="http://schemas.microsoft.com/office/drawing/2014/main" id="{18E2230B-41B5-46FA-907B-2746EB77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286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[Specific contribution]</a:t>
            </a:r>
          </a:p>
          <a:p xmlns:a="http://schemas.openxmlformats.org/drawingml/2006/main">
            <a: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[Evidence link / commit]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[Relevant experience]</a:t>
            </a:r>
          </a:p>
        </p:txBody>
      </p:sp>
      <p:sp>
        <p:nvSpPr>
          <p:cNvPr id="6" name="Markets role">
            <a:extLst xmlns:a="http://schemas.openxmlformats.org/drawingml/2006/main">
              <a:ext uri="{FF2B5EF4-FFF2-40B4-BE49-F238E27FC236}">
                <a16:creationId xmlns:a16="http://schemas.microsoft.com/office/drawing/2014/main" id="{4C08E926-AA91-40E3-B0EE-E84848FE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rPr>
              <a:t>OPEN ROLE</a:t>
            </a:r>
          </a:p>
        </p:txBody>
      </p:sp>
      <p:sp>
        <p:nvSpPr>
          <p:cNvPr id="7" name="Markets title">
            <a:extLst xmlns:a="http://schemas.openxmlformats.org/drawingml/2006/main">
              <a:ext uri="{FF2B5EF4-FFF2-40B4-BE49-F238E27FC236}">
                <a16:creationId xmlns:a16="http://schemas.microsoft.com/office/drawing/2014/main" id="{7670857C-DE9E-4CD8-AA6D-C627BA04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Markets advisor</a:t>
            </a:r>
          </a:p>
        </p:txBody>
      </p:sp>
      <p:sp>
        <p:nvSpPr>
          <p:cNvPr id="8" name="Markets contribution">
            <a:extLst xmlns:a="http://schemas.openxmlformats.org/drawingml/2006/main">
              <a:ext uri="{FF2B5EF4-FFF2-40B4-BE49-F238E27FC236}">
                <a16:creationId xmlns:a16="http://schemas.microsoft.com/office/drawing/2014/main" id="{6C3E2F7B-A038-4842-9F70-4969FC44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286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Challenge execution and cost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[Practitioner profile sought]</a:t>
            </a:r>
          </a:p>
        </p:txBody>
      </p:sp>
      <p:sp>
        <p:nvSpPr>
          <p:cNvPr id="9" name="Distribution role">
            <a:extLst xmlns:a="http://schemas.openxmlformats.org/drawingml/2006/main">
              <a:ext uri="{FF2B5EF4-FFF2-40B4-BE49-F238E27FC236}">
                <a16:creationId xmlns:a16="http://schemas.microsoft.com/office/drawing/2014/main" id="{144A34F9-DF44-46C3-8F65-4250ABEC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E481E"/>
                </a:solidFill>
                <a:latin typeface="Helvetica Neue"/>
                <a:ea typeface="Helvetica Neue"/>
                <a:cs typeface="Helvetica Neue"/>
              </a:rPr>
              <a:t>OPEN ROLE</a:t>
            </a:r>
          </a:p>
        </p:txBody>
      </p:sp>
      <p:sp>
        <p:nvSpPr>
          <p:cNvPr id="10" name="Distribution title">
            <a:extLst xmlns:a="http://schemas.openxmlformats.org/drawingml/2006/main">
              <a:ext uri="{FF2B5EF4-FFF2-40B4-BE49-F238E27FC236}">
                <a16:creationId xmlns:a16="http://schemas.microsoft.com/office/drawing/2014/main" id="{7598AF5A-120D-4361-83DA-70D80F7F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908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Distribution advisor</a:t>
            </a:r>
          </a:p>
        </p:txBody>
      </p:sp>
      <p:sp>
        <p:nvSpPr>
          <p:cNvPr id="11" name="Distribution contribution">
            <a:extLst xmlns:a="http://schemas.openxmlformats.org/drawingml/2006/main">
              <a:ext uri="{FF2B5EF4-FFF2-40B4-BE49-F238E27FC236}">
                <a16:creationId xmlns:a16="http://schemas.microsoft.com/office/drawing/2014/main" id="{5BB2FDDC-4AB8-4341-A5D7-81D2DD88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3524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Help reach independent strategy builders.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[Community / channel gap]</a:t>
            </a:r>
          </a:p>
        </p:txBody>
      </p:sp>
      <p:sp>
        <p:nvSpPr>
          <p:cNvPr id="12" name="Ask">
            <a:extLst xmlns:a="http://schemas.openxmlformats.org/drawingml/2006/main">
              <a:ext uri="{FF2B5EF4-FFF2-40B4-BE49-F238E27FC236}">
                <a16:creationId xmlns:a16="http://schemas.microsoft.com/office/drawing/2014/main" id="{34F2D3F3-BD25-49DE-92F6-05C45A6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0251E"/>
                </a:solidFill>
                <a:latin typeface="Helvetica Neue"/>
                <a:ea typeface="Helvetica Neue"/>
                <a:cs typeface="Helvetica Neue"/>
              </a:rPr>
              <a:t>The ask: one introduction for each open advisor role.</a:t>
            </a:r>
          </a:p>
        </p:txBody>
      </p:sp>
      <p:sp>
        <p:nvSpPr>
          <p:cNvPr id="13" name="Template note">
            <a:extLst xmlns:a="http://schemas.openxmlformats.org/drawingml/2006/main">
              <a:ext uri="{FF2B5EF4-FFF2-40B4-BE49-F238E27FC236}">
                <a16:creationId xmlns:a16="http://schemas.microsoft.com/office/drawing/2014/main" id="{DB5D9D5B-227E-4D9A-9CB3-934C0211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35F52"/>
                </a:solidFill>
                <a:latin typeface="Helvetica Neue"/>
                <a:ea typeface="Helvetica Neue"/>
                <a:cs typeface="Helvetica Neue"/>
              </a:rPr>
              <a:t>Replace bracketed text. Name advisors only after they agree to the role.</a:t>
            </a:r>
          </a:p>
        </p:txBody>
      </p:sp>
    </p:spTree>
    <p:extLst>
      <p:ext uri="{BB962C8B-B14F-4D97-AF65-F5344CB8AC3E}">
        <p14:creationId xmlns:p14="http://schemas.microsoft.com/office/powerpoint/2010/main" val="369951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2026-10-20T16:50:12.8550000Z</dcterms:created>
  <dcterms:modified xsi:type="dcterms:W3CDTF">2026-10-20T16:50:12.8550000Z</dcterms:modified>
</coreProperties>
</file>